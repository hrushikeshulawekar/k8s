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236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11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20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07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3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02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82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6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98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95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780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05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373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06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521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346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65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40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F9C337-773E-E57D-665C-C1B1AF692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3" y="2599872"/>
            <a:ext cx="9144793" cy="1658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ED6030-F398-9AE3-614F-5274E4B24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79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0FCF-C1B0-7635-F750-7311DC17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Agenda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C694-4C7A-10D7-1939-DDA0EACCE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Project Overview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Architecture &amp;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CI/CD Pipeline 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Docker &amp; Kubernetes Implementation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Deployment Strategy (Rolling Update)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Challenges &amp; Optimization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Results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Future Scope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619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0170-34AA-6F18-9288-605C6477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concept of CICD pipeline for Node JS Application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CD1C8-6AC4-5EC6-CBFA-A6BC6A2B9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This project implements a complete CI/CD pipeline to automate the build and deployment of a Node.js application using Docker and Kubernetes (Minikube).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The pipeline uses Jenkins to build and version Docker images, push them to Docker Hub, and deploy them to a Kubernetes cluster with rolling updates and zero downtime.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The project demonstrates containerization, automated deployment and performance optimization through resource tuning.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268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3EAA-F40A-6A52-BD93-CA5C10E7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CICD pipeline for Node </a:t>
            </a:r>
            <a:r>
              <a:rPr lang="en-US" b="1" dirty="0" err="1"/>
              <a:t>js</a:t>
            </a:r>
            <a:r>
              <a:rPr lang="en-US" b="1" dirty="0"/>
              <a:t> application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368BA-9448-16CF-30B5-7FA9D8FDE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Automate build and deployment</a:t>
            </a:r>
          </a:p>
          <a:p>
            <a:r>
              <a:rPr lang="en-IN" b="1" dirty="0"/>
              <a:t>Use containerization (Docker)</a:t>
            </a:r>
          </a:p>
          <a:p>
            <a:r>
              <a:rPr lang="en-IN" b="1" dirty="0"/>
              <a:t>Deploy on Kubernetes</a:t>
            </a:r>
          </a:p>
          <a:p>
            <a:r>
              <a:rPr lang="en-IN" b="1" dirty="0"/>
              <a:t>Achieve zero downtime</a:t>
            </a:r>
          </a:p>
          <a:p>
            <a:r>
              <a:rPr lang="en-IN" b="1" dirty="0"/>
              <a:t>Implement rolling updates</a:t>
            </a:r>
          </a:p>
        </p:txBody>
      </p:sp>
    </p:spTree>
    <p:extLst>
      <p:ext uri="{BB962C8B-B14F-4D97-AF65-F5344CB8AC3E}">
        <p14:creationId xmlns:p14="http://schemas.microsoft.com/office/powerpoint/2010/main" val="163323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377E-718A-8CB4-F75E-F293AFBF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52284"/>
            <a:ext cx="9905998" cy="1150374"/>
          </a:xfrm>
        </p:spPr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3BD9C-5A70-8720-8893-5F15D83BF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64774"/>
            <a:ext cx="4325322" cy="441468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Developer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Writes a code and push on GitHub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GitHub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Stores application source code.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Triggers Jenkins pipeline on code changes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Jenkins (CI/CD Automation)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Pulls latest code from GitHub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Builds Docker image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Tags image with build number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Pushes image to Docker Hub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Deploys updated image to Kubernetes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Docker (Containerization)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Packages application with dependencies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Creates portable Docker image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15C8C-DFD6-70BE-AA27-C0155638C447}"/>
              </a:ext>
            </a:extLst>
          </p:cNvPr>
          <p:cNvSpPr txBox="1"/>
          <p:nvPr/>
        </p:nvSpPr>
        <p:spPr>
          <a:xfrm>
            <a:off x="6567949" y="2143432"/>
            <a:ext cx="4748980" cy="332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1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Docker Hub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sz="1400" cap="small" dirty="0"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 panose="020B0502020202020204"/>
              </a:rPr>
              <a:t>Stores the versioned docker images</a:t>
            </a:r>
            <a:endParaRPr kumimoji="0" lang="en-US" sz="1400" b="0" i="0" u="none" strike="noStrike" kern="1200" cap="small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sz="1400" cap="small" dirty="0"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 panose="020B0502020202020204"/>
              </a:rPr>
              <a:t>Kubernetes pulls updated image from here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1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Kubernetes – </a:t>
            </a:r>
            <a:r>
              <a:rPr kumimoji="0" lang="en-IN" sz="1400" b="1" i="0" u="none" strike="noStrike" kern="1200" cap="small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Minikube</a:t>
            </a:r>
            <a:r>
              <a:rPr kumimoji="0" lang="en-IN" sz="1400" b="1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 (Container Orchestration)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Manages Pods and Deployments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Performs rolling updates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Ensures zero downtime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Handles scaling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sz="1400" b="1" cap="small" dirty="0"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 panose="020B0502020202020204"/>
              </a:rPr>
              <a:t>End User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Access the application via Kubernetes Service</a:t>
            </a:r>
            <a:endParaRPr kumimoji="0" lang="en-IN" sz="1400" b="0" i="0" u="none" strike="noStrike" kern="1200" cap="small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70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FC43-705C-8159-2075-EE254C90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766916"/>
          </a:xfrm>
        </p:spPr>
        <p:txBody>
          <a:bodyPr/>
          <a:lstStyle/>
          <a:p>
            <a:r>
              <a:rPr lang="en-US" dirty="0"/>
              <a:t>Implementation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2E7A7-53A3-4901-36D4-C2715D3D3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84671"/>
            <a:ext cx="9905998" cy="766916"/>
          </a:xfrm>
        </p:spPr>
        <p:txBody>
          <a:bodyPr>
            <a:normAutofit/>
          </a:bodyPr>
          <a:lstStyle/>
          <a:p>
            <a:r>
              <a:rPr lang="en-US" dirty="0"/>
              <a:t>Create Node </a:t>
            </a:r>
            <a:r>
              <a:rPr lang="en-US" dirty="0" err="1"/>
              <a:t>js</a:t>
            </a:r>
            <a:r>
              <a:rPr lang="en-US" dirty="0"/>
              <a:t> application and </a:t>
            </a:r>
            <a:r>
              <a:rPr lang="en-US" dirty="0" err="1"/>
              <a:t>dockerfile</a:t>
            </a:r>
            <a:r>
              <a:rPr lang="en-US" dirty="0"/>
              <a:t> for application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995CDB-717E-456A-9821-04BAC2E78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14865"/>
            <a:ext cx="7629832" cy="40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2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3FFA7-3BBC-A72A-3E9C-D013EBEAB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530942"/>
            <a:ext cx="9905998" cy="884903"/>
          </a:xfrm>
        </p:spPr>
        <p:txBody>
          <a:bodyPr/>
          <a:lstStyle/>
          <a:p>
            <a:r>
              <a:rPr lang="en-US" dirty="0"/>
              <a:t>create repository and push the code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990E3-A71F-6A3B-149B-CCF92848A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544377"/>
            <a:ext cx="9905998" cy="426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2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E7A8-23E3-4ADA-D695-B1EBE4BA2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589935"/>
            <a:ext cx="9905998" cy="5201265"/>
          </a:xfrm>
        </p:spPr>
        <p:txBody>
          <a:bodyPr/>
          <a:lstStyle/>
          <a:p>
            <a:r>
              <a:rPr lang="en-US" dirty="0"/>
              <a:t>Install Git, Jenkins, docker, Kubernetes, Minikube in virtual machine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05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EE73-FB8C-DB64-C1B8-3FC36741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75303"/>
            <a:ext cx="9905998" cy="717755"/>
          </a:xfrm>
        </p:spPr>
        <p:txBody>
          <a:bodyPr/>
          <a:lstStyle/>
          <a:p>
            <a:r>
              <a:rPr lang="en-US" dirty="0"/>
              <a:t>Create docker hub and make repository for our image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55966-EBE0-0348-8AEE-89A232CDD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7" y="1557463"/>
            <a:ext cx="10304206" cy="374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5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ED66-61BE-869C-2631-47A9D80BE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481782"/>
            <a:ext cx="9905998" cy="1248696"/>
          </a:xfrm>
        </p:spPr>
        <p:txBody>
          <a:bodyPr/>
          <a:lstStyle/>
          <a:p>
            <a:r>
              <a:rPr lang="en-US" dirty="0"/>
              <a:t>Set Jenkins username and password and install all suggested plugins also install following plugins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730A1E-BF2D-DDA2-76AB-2655A40A1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1838632"/>
            <a:ext cx="9694606" cy="453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6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0B19-1CDE-1EC2-2EA5-AD7F90AD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717756"/>
            <a:ext cx="9905998" cy="688258"/>
          </a:xfrm>
        </p:spPr>
        <p:txBody>
          <a:bodyPr/>
          <a:lstStyle/>
          <a:p>
            <a:r>
              <a:rPr lang="en-US" dirty="0"/>
              <a:t>Give administrative privilege to Jenkins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AC657-CF2E-3854-7811-AA6C53856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8" y="1946787"/>
            <a:ext cx="6035030" cy="4587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2B43A5-D059-76BB-DE03-84D7616B4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24" y="1946787"/>
            <a:ext cx="5057211" cy="449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0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12C1-B897-C467-08CD-27CE44620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94969"/>
            <a:ext cx="9905998" cy="747250"/>
          </a:xfrm>
        </p:spPr>
        <p:txBody>
          <a:bodyPr/>
          <a:lstStyle/>
          <a:p>
            <a:r>
              <a:rPr lang="en-US" dirty="0"/>
              <a:t>Start Minikube and enable metrics-server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1686D-C108-214A-4825-CAC525333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2" y="1042219"/>
            <a:ext cx="11661058" cy="541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9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FA019-0C5A-3418-39CA-CE60656DC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5975"/>
            <a:ext cx="9905998" cy="491612"/>
          </a:xfrm>
        </p:spPr>
        <p:txBody>
          <a:bodyPr/>
          <a:lstStyle/>
          <a:p>
            <a:r>
              <a:rPr lang="en-US" dirty="0"/>
              <a:t>Make sure jenkins access the </a:t>
            </a:r>
            <a:r>
              <a:rPr lang="en-US" dirty="0" err="1"/>
              <a:t>kubectl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826FA-8399-93B7-5921-17FCA8DD7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43" y="1939161"/>
            <a:ext cx="10074513" cy="372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15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E9D3-9B95-BBC0-48C1-3555B2EE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393290"/>
            <a:ext cx="9905998" cy="3136491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</a:rPr>
              <a:t>in Jenkins account create </a:t>
            </a:r>
            <a:r>
              <a:rPr lang="en-IN" dirty="0" err="1">
                <a:effectLst/>
              </a:rPr>
              <a:t>yaml</a:t>
            </a:r>
            <a:r>
              <a:rPr lang="en-IN" dirty="0">
                <a:effectLst/>
              </a:rPr>
              <a:t> files.</a:t>
            </a:r>
          </a:p>
          <a:p>
            <a:r>
              <a:rPr lang="en-IN" dirty="0" err="1">
                <a:effectLst/>
              </a:rPr>
              <a:t>mkdir</a:t>
            </a:r>
            <a:r>
              <a:rPr lang="en-IN" dirty="0">
                <a:effectLst/>
              </a:rPr>
              <a:t> k8s</a:t>
            </a:r>
          </a:p>
          <a:p>
            <a:r>
              <a:rPr lang="en-IN" dirty="0">
                <a:effectLst/>
              </a:rPr>
              <a:t>cd k8s</a:t>
            </a:r>
          </a:p>
          <a:p>
            <a:r>
              <a:rPr lang="en-IN" dirty="0">
                <a:effectLst/>
              </a:rPr>
              <a:t>nano </a:t>
            </a:r>
            <a:r>
              <a:rPr lang="en-IN" dirty="0" err="1">
                <a:effectLst/>
              </a:rPr>
              <a:t>deployment.yaml</a:t>
            </a:r>
            <a:endParaRPr lang="en-IN" dirty="0">
              <a:effectLst/>
            </a:endParaRPr>
          </a:p>
          <a:p>
            <a:r>
              <a:rPr lang="en-IN" dirty="0">
                <a:effectLst/>
              </a:rPr>
              <a:t>nano </a:t>
            </a:r>
            <a:r>
              <a:rPr lang="en-IN" dirty="0" err="1">
                <a:effectLst/>
              </a:rPr>
              <a:t>service.yaml</a:t>
            </a:r>
            <a:endParaRPr lang="en-IN" dirty="0">
              <a:effectLst/>
            </a:endParaRPr>
          </a:p>
          <a:p>
            <a:r>
              <a:rPr lang="en-IN" dirty="0">
                <a:effectLst/>
              </a:rPr>
              <a:t>nano </a:t>
            </a:r>
            <a:r>
              <a:rPr lang="en-IN" dirty="0" err="1">
                <a:effectLst/>
              </a:rPr>
              <a:t>hpa.yaml</a:t>
            </a:r>
            <a:endParaRPr lang="en-IN" dirty="0">
              <a:effectLst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18A03-26AF-CDFE-C105-4F2680BAC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0" y="3631035"/>
            <a:ext cx="11050587" cy="275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0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55C8C-048F-EAD4-6455-44D2E4005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5472"/>
            <a:ext cx="9905998" cy="757084"/>
          </a:xfrm>
        </p:spPr>
        <p:txBody>
          <a:bodyPr/>
          <a:lstStyle/>
          <a:p>
            <a:r>
              <a:rPr lang="en-US" dirty="0"/>
              <a:t>Set the docker hub credentials on jenkins.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AF863-DC08-4DDE-6E9F-85FB8CB6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4" y="1471160"/>
            <a:ext cx="10353368" cy="391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2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AC68-712B-77D5-AD37-70FE86E46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110" y="432620"/>
            <a:ext cx="9905998" cy="1356852"/>
          </a:xfrm>
        </p:spPr>
        <p:txBody>
          <a:bodyPr/>
          <a:lstStyle/>
          <a:p>
            <a:r>
              <a:rPr lang="en-US" dirty="0"/>
              <a:t>Select new as a pipeline in jenkins give it name</a:t>
            </a:r>
          </a:p>
          <a:p>
            <a:r>
              <a:rPr lang="en-US" dirty="0"/>
              <a:t>Select trigger and write groovy script in pipeline</a:t>
            </a:r>
          </a:p>
          <a:p>
            <a:r>
              <a:rPr lang="en-US" dirty="0"/>
              <a:t>Click on save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C79A2-C37F-B54A-982C-1BBBE20D9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2119376"/>
            <a:ext cx="4847303" cy="3130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F9E74-882B-2DE2-D414-4E6FD5C9C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71" y="2119376"/>
            <a:ext cx="5319344" cy="301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E0568-B71C-7134-52BF-2B747F7A3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314633"/>
            <a:ext cx="9905998" cy="3946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click on build first time manually.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8045C-10AC-1C26-3DFE-E305559A3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103860"/>
            <a:ext cx="9350477" cy="543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31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5D28B-8068-1AB7-0160-017CD2CF3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61" y="336755"/>
            <a:ext cx="9905998" cy="656304"/>
          </a:xfrm>
        </p:spPr>
        <p:txBody>
          <a:bodyPr/>
          <a:lstStyle/>
          <a:p>
            <a:r>
              <a:rPr lang="en-US" dirty="0"/>
              <a:t>After completing pipeline just check pods and service status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44F31-1C71-C67F-8B6E-FA3E10DD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61" y="1135341"/>
            <a:ext cx="9883997" cy="3102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DA14CE-897A-53DF-5756-E4B984295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1" y="4549798"/>
            <a:ext cx="5959356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99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08F75-F5A6-BF8F-FD0D-A1FA5CEE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775" y="464574"/>
            <a:ext cx="9905998" cy="518653"/>
          </a:xfrm>
        </p:spPr>
        <p:txBody>
          <a:bodyPr/>
          <a:lstStyle/>
          <a:p>
            <a:r>
              <a:rPr lang="en-US" dirty="0"/>
              <a:t>Launch our service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4E834-46F5-8BEC-CB7E-9F4F011B9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76" y="1103872"/>
            <a:ext cx="5328212" cy="4372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1EC041-18C9-C1A0-1C0A-47CAAE259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3872"/>
            <a:ext cx="5978012" cy="437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64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BE09-0B56-4EC7-B8D8-7241E8097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75303"/>
            <a:ext cx="9905998" cy="33429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Now make changes in code, commit and push.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B9A71-D44B-2E5A-8A85-BCD3E1BAA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4" y="867833"/>
            <a:ext cx="10559845" cy="554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34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6627-3BAE-3FB8-D0DA-51C96DEAC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116" y="304800"/>
            <a:ext cx="9905998" cy="619432"/>
          </a:xfrm>
        </p:spPr>
        <p:txBody>
          <a:bodyPr/>
          <a:lstStyle/>
          <a:p>
            <a:r>
              <a:rPr lang="en-US" dirty="0"/>
              <a:t>check pipeline build, working automatically or not?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08331-CDA4-57FE-6677-6DBA360E8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1507739"/>
            <a:ext cx="5653549" cy="4008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C8441A-7A28-A1BC-0FB9-BF7E2E64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142" y="1507739"/>
            <a:ext cx="5869858" cy="400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69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490FD-8C76-5EEE-C655-74557B322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284" y="612057"/>
            <a:ext cx="9905998" cy="597311"/>
          </a:xfrm>
        </p:spPr>
        <p:txBody>
          <a:bodyPr/>
          <a:lstStyle/>
          <a:p>
            <a:r>
              <a:rPr lang="en-US" dirty="0"/>
              <a:t>Refresh your web page and check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7A23E-2E2F-AC51-4EF7-88D234A3A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4" y="1348242"/>
            <a:ext cx="8121445" cy="436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48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9951-0BD6-D749-74E9-8D8C3A6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Advantages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6F5F-2D6D-D912-1BAE-09866E8D6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Automated Deployment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Faster Release Cycle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Zero Downtime Updates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Version Control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Scalability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Production-Like DevOps Workflow</a:t>
            </a:r>
          </a:p>
        </p:txBody>
      </p:sp>
    </p:spTree>
    <p:extLst>
      <p:ext uri="{BB962C8B-B14F-4D97-AF65-F5344CB8AC3E}">
        <p14:creationId xmlns:p14="http://schemas.microsoft.com/office/powerpoint/2010/main" val="2119375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82E7-A0B0-3D59-74B2-D9089CEC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1"/>
            <a:ext cx="9905998" cy="1445342"/>
          </a:xfrm>
        </p:spPr>
        <p:txBody>
          <a:bodyPr/>
          <a:lstStyle/>
          <a:p>
            <a:pPr algn="ctr"/>
            <a:r>
              <a:rPr lang="en-US" b="1" dirty="0"/>
              <a:t>Challenges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54126-21CC-2C8E-8C43-F5AFB7FC4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87795"/>
            <a:ext cx="9905998" cy="39034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Slow Deployment Time – initial deployment takes 7 to 11 min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Large Docker Image Size (&gt;1GB)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Limited CPU allocation caused slower pod startup.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Deployment waited for old pods to terminate before new pods were fully ready.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Ensuring the correct image version was deployed every 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Understanding pod status, rollout status, and Replica Sets required troubleshooting.</a:t>
            </a:r>
            <a:endParaRPr lang="en-IN" b="1" dirty="0"/>
          </a:p>
          <a:p>
            <a:pPr>
              <a:buFont typeface="Wingdings" panose="05000000000000000000" pitchFamily="2" charset="2"/>
              <a:buChar char="§"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357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BFFB-4C35-5E05-FF23-CBA2E657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2B76-3D4E-31E1-C4AF-653AD019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This project successfully implemented a complete CI/CD pipeline integrating Docker and Kubernetes for automated application deployment.</a:t>
            </a:r>
          </a:p>
          <a:p>
            <a:r>
              <a:rPr lang="en-US" b="1" dirty="0"/>
              <a:t>It achieved zero downtime using rolling updates and improved deployment performance through resource optimization.</a:t>
            </a:r>
          </a:p>
          <a:p>
            <a:r>
              <a:rPr lang="en-US" b="1" dirty="0"/>
              <a:t>The project demonstrates practical understanding of DevOps practices, containerization, version control and Kubernetes orchestration in a real-world workflow.</a:t>
            </a:r>
          </a:p>
        </p:txBody>
      </p:sp>
    </p:spTree>
    <p:extLst>
      <p:ext uri="{BB962C8B-B14F-4D97-AF65-F5344CB8AC3E}">
        <p14:creationId xmlns:p14="http://schemas.microsoft.com/office/powerpoint/2010/main" val="3688618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4D99-EDAE-AE7B-CEA0-4589C785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568" y="1986116"/>
            <a:ext cx="9905998" cy="1905000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7F418-28E2-8555-176D-DC624B2F01A5}"/>
              </a:ext>
            </a:extLst>
          </p:cNvPr>
          <p:cNvSpPr txBox="1"/>
          <p:nvPr/>
        </p:nvSpPr>
        <p:spPr>
          <a:xfrm>
            <a:off x="7816645" y="5506064"/>
            <a:ext cx="285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Hrushikesh Ulawekar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92640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355</TotalTime>
  <Words>543</Words>
  <Application>Microsoft Office PowerPoint</Application>
  <PresentationFormat>Widescreen</PresentationFormat>
  <Paragraphs>89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Century Gothic</vt:lpstr>
      <vt:lpstr>Wingdings</vt:lpstr>
      <vt:lpstr>Mesh</vt:lpstr>
      <vt:lpstr>PowerPoint Presentation</vt:lpstr>
      <vt:lpstr>Agenda</vt:lpstr>
      <vt:lpstr>What is the concept of CICD pipeline for Node JS Application</vt:lpstr>
      <vt:lpstr>Why CICD pipeline for Node js application</vt:lpstr>
      <vt:lpstr>Architecture</vt:lpstr>
      <vt:lpstr>Implementation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</vt:lpstr>
      <vt:lpstr>Challenges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broly katana</dc:creator>
  <cp:lastModifiedBy>broly katana</cp:lastModifiedBy>
  <cp:revision>7</cp:revision>
  <dcterms:created xsi:type="dcterms:W3CDTF">2026-02-22T03:35:14Z</dcterms:created>
  <dcterms:modified xsi:type="dcterms:W3CDTF">2026-02-22T09:33:24Z</dcterms:modified>
</cp:coreProperties>
</file>